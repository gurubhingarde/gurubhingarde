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88952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10328"/>
            <a:ext cx="12188952" cy="1947672"/>
          </a:xfrm>
          <a:prstGeom prst="rect">
            <a:avLst/>
          </a:prstGeom>
          <a:solidFill>
            <a:srgbClr val="1F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Reverse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6ED8A4"/>
                </a:solidFill>
              </a:rPr>
              <a:t>Pump ECU Flash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3C5FD"/>
                </a:solidFill>
              </a:rPr>
              <a:t>How JSW Controls &amp; Software decoded a proprietary CAN protocol,
adapted it to our hardware, and eliminated all OEM tool dependency.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700"/>
                </a:solidFill>
              </a:rPr>
              <a:t>JSW Air Pump  ✦  JSW Oil Pump  ✦  PEAK PCAN Hardware  ✦  Integrated into JSW FlashXpert V1.4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663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3C5FD"/>
                </a:solidFill>
              </a:rPr>
              <a:t>Controls &amp; Software Department
R&amp;D — JSW Greentech Limited  | 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507492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JSW
FlashXpert
V1.4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9304"/>
            <a:ext cx="12188952" cy="5568696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Problem — OEM Tool Dependency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C5FD"/>
                </a:solidFill>
              </a:rPr>
              <a:t>Before reverse engineering: no control, no visibility, no integration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562356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64008" cy="2514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508760"/>
            <a:ext cx="5367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3C69"/>
                </a:solidFill>
              </a:rPr>
              <a:t>OEM Tool Blockers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892808"/>
            <a:ext cx="536752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✗  candebug.exe — closed binary, no source code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✗  Requires USBCAN hardware (not our PEAK adapters)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✗  GUI-only — no automation or scripting possible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✗  OEM presence required for every firmware update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✗  Zero error details — pass/fail only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✗  Cannot integrate with our existing JSW FlashXpert tool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562356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417320"/>
            <a:ext cx="64008" cy="2514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508760"/>
            <a:ext cx="5367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3C69"/>
                </a:solidFill>
              </a:rPr>
              <a:t>Business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892808"/>
            <a:ext cx="536752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✗  Single point of failure — if OEM tool breaks, no flash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✗  Production line dependency on OEM availability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✗  Protocol fully unknown — cannot debug field failures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✗  No log, no traceability for flashed units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✗  Different workflow for pumps vs all other ECUs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✗  Cannot detect bad flash sectors proactively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114800"/>
            <a:ext cx="11475720" cy="822960"/>
          </a:xfrm>
          <a:prstGeom prst="rect">
            <a:avLst/>
          </a:prstGeom>
          <a:solidFill>
            <a:srgbClr val="FEF2F2"/>
          </a:solidFill>
          <a:ln w="9525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187952"/>
            <a:ext cx="11109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4C3C"/>
                </a:solidFill>
              </a:rPr>
              <a:t>Goal:  Fully decode the protocol from CAN traffic alone → implement in Python → run on PEAK hardware we already own → ship as part of JSW FlashXpert → never need the OEM tool again.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074920"/>
            <a:ext cx="1147572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5074920"/>
            <a:ext cx="64008" cy="1481328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5166359"/>
            <a:ext cx="11219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3C69"/>
                </a:solidFill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5550408"/>
            <a:ext cx="11219688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✦  JSW Oil Pump  (ECU addr 0x05)     ✦  JSW Air Pump  (ECU addr 0x06)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✦  Custom 8-byte CAN protocol over 29-bit extended IDs at 250 kbps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✦  Intel HEX firmware files  |  VER1, VER2, VER3 variants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3C5FD"/>
                </a:solidFill>
              </a:rPr>
              <a:t>JSW Greentech Limited  —  Controls &amp; Software Department  |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658368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</a:rPr>
              <a:t>JSW FlashXpert  V1.4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F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9304"/>
            <a:ext cx="12188952" cy="5568696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Reverse Engineering Method — 4-Step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C5FD"/>
                </a:solidFill>
              </a:rPr>
              <a:t>No documentation, no source code — protocol decoded entirely from live CAN traffic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36576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3657600" cy="502920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53619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D8A4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99339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3C69"/>
                </a:solidFill>
              </a:rPr>
              <a:t>Passive
CAN 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542032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Connected PEAK PCAN-USB to the vehicle CAN bus
Ran OEM tool to flash a known-good pump ECU
Captured full timestamped CAN log during flash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95927" y="24231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1463040"/>
            <a:ext cx="36576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392" y="1463040"/>
            <a:ext cx="3657600" cy="502920"/>
          </a:xfrm>
          <a:prstGeom prst="rect">
            <a:avLst/>
          </a:prstGeom>
          <a:solidFill>
            <a:srgbClr val="1F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53619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99339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3C69"/>
                </a:solidFill>
              </a:rPr>
              <a:t>Frame
Identification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542032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Filtered IDs 0x180005FF ↔ 0x1800FF05
Confirmed 0x1800FFFF as broadcast channel
Identified 0x1800EEEE as NAK/error channel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4231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38744" y="1463040"/>
            <a:ext cx="36576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38744" y="1463040"/>
            <a:ext cx="365760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1" y="153619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199339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3C69"/>
                </a:solidFill>
              </a:rPr>
              <a:t>Pattern
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1" y="2542032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All frames exactly 8 bytes — consistent structure
Byte[7] = XOR of bytes[0..6] → checksum rule
Byte[0] cycles: 0x04→0x01→0x02→0x01→… per block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886200"/>
            <a:ext cx="36576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886200"/>
            <a:ext cx="365760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39593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441655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3C69"/>
                </a:solidFill>
              </a:rPr>
              <a:t>ACK
Mechanism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" y="4965192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ECU replies with the EXACT same 8 bytes
Reply arrives on ECU ID (not tool ID)
No echo within window = timeout → retry / fail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95927" y="4846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79392" y="3886200"/>
            <a:ext cx="36576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79392" y="3886200"/>
            <a:ext cx="3657600" cy="502920"/>
          </a:xfrm>
          <a:prstGeom prst="rect">
            <a:avLst/>
          </a:prstGeom>
          <a:solidFill>
            <a:srgbClr val="70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39593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41655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3C69"/>
                </a:solidFill>
              </a:rPr>
              <a:t>Firmware
Mapping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965192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Decoded address payload: 4B addr + 2B size
Matched HEX file records to CAN data frames
Verified 6 payload bytes per data frame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4846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38744" y="3886200"/>
            <a:ext cx="36576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38744" y="3886200"/>
            <a:ext cx="365760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48471" y="39593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8471" y="441655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3C69"/>
                </a:solidFill>
              </a:rPr>
              <a:t>Validate &amp;
Replicate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471" y="4965192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Wrote Python script to replay captured sequence
Compared byte-for-byte with OEM log
Flashed ECU successfully — protocol confirmed 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3C5FD"/>
                </a:solidFill>
              </a:rPr>
              <a:t>JSW Greentech Limited  —  Controls &amp; Software Department  |  CONFIDENTIAL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0" y="658368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</a:rPr>
              <a:t>JSW FlashXpert  V1.4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9304"/>
            <a:ext cx="12188952" cy="5568696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Protocol Fully Decoded — 8-Byte Custom CAN 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C5FD"/>
                </a:solidFill>
              </a:rPr>
              <a:t>Complete frame specification recovered from CAN traffic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1567160" cy="50292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112928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D8A4"/>
                </a:solidFill>
                <a:latin typeface="Courier New"/>
              </a:rPr>
              <a:t>  Frame layout:   [ TYPE ][ P1 ][ P2 ][ P3 ][ P4 ][ P5 ][ P6 ][ XOR8 ]        XOR8 = P0 XOR P1 XOR P2 XOR P3 XOR P4 XOR P5 XOR P6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05740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057400"/>
            <a:ext cx="3657600" cy="438912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1214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0x00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14884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Heartbeat / End-of-Block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" y="2606040"/>
            <a:ext cx="340156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</a:rPr>
              <a:t>Wakeup: 00 00 &lt;hb_byte&gt; 00 00 00 00 &lt;XOR&gt;
End-of-block: 00 00 &lt;block_id&gt; … &lt;XOR&gt;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2" y="205740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2057400"/>
            <a:ext cx="3657600" cy="438912"/>
          </a:xfrm>
          <a:prstGeom prst="rect">
            <a:avLst/>
          </a:prstGeom>
          <a:solidFill>
            <a:srgbClr val="1F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1214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0x01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5231" y="214884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Data Frame  (Toggle 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7" y="2606040"/>
            <a:ext cx="340156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</a:rPr>
              <a:t>Payload = P1..P6 = 6 bytes of firmware data
Alternates with 0x02 for every 6-byte chunk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38744" y="205740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38744" y="2057400"/>
            <a:ext cx="3657600" cy="438912"/>
          </a:xfrm>
          <a:prstGeom prst="rect">
            <a:avLst/>
          </a:prstGeom>
          <a:solidFill>
            <a:srgbClr val="1F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1" y="21214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0x02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4584" y="214884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Data Frame  (Toggle 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606040"/>
            <a:ext cx="340156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</a:rPr>
              <a:t>Identical to 0x01 but TYPE byte = 0x02
Toggle ensures ECU detects duplicate/lost frames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20624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206240"/>
            <a:ext cx="3657600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42702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0x03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97679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Close Session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" y="4754879"/>
            <a:ext cx="340156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</a:rPr>
              <a:t>Sent after verify — closes flash session
Payload carries CRC bytes from HEX file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9392" y="420624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79392" y="4206240"/>
            <a:ext cx="3657600" cy="43891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42702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0x04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85231" y="4297679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Block Init / Erase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7" y="4754879"/>
            <a:ext cx="340156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</a:rPr>
              <a:t>P1-P4 = full 32-bit address (big-endian)
P5-P6 = block size in bytes (big-endian)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6016752"/>
            <a:ext cx="11567160" cy="621792"/>
          </a:xfrm>
          <a:prstGeom prst="rect">
            <a:avLst/>
          </a:prstGeom>
          <a:solidFill>
            <a:srgbClr val="1E2A3A"/>
          </a:solidFill>
          <a:ln w="9525">
            <a:solidFill>
              <a:srgbClr val="6ED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06247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D8A4"/>
                </a:solidFill>
              </a:rPr>
              <a:t>Broadcast Wakeup (live ECU):   FF 02 &lt;ecu_addr&gt; 00 00 00 00 &lt;XOR&gt;   →  sent on 0x1800FFFF  →  ECU ACKs with  FF 82 &lt;ecu_addr&gt; …  then reboots to bootloader in 300 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3C5FD"/>
                </a:solidFill>
              </a:rPr>
              <a:t>JSW Greentech Limited  —  Controls &amp; Software Department  | 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658368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</a:rPr>
              <a:t>JSW FlashXpert  V1.4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F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9304"/>
            <a:ext cx="12188952" cy="5568696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CAN ID Map &amp; Flash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C5FD"/>
                </a:solidFill>
              </a:rPr>
              <a:t>All extended 29-bit IDs at 250 kbps  |  Echo-ACK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1430000" cy="384048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4447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CAN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0592" y="14447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14447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62672" y="1444752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Example Frame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01368"/>
            <a:ext cx="2011680" cy="393192"/>
          </a:xfrm>
          <a:prstGeom prst="rect">
            <a:avLst/>
          </a:prstGeom>
          <a:solidFill>
            <a:srgbClr val="F6F8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1874519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7AE60"/>
                </a:solidFill>
              </a:rPr>
              <a:t>0x1800FFFF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1801368"/>
            <a:ext cx="2194560" cy="393192"/>
          </a:xfrm>
          <a:prstGeom prst="rect">
            <a:avLst/>
          </a:prstGeom>
          <a:solidFill>
            <a:srgbClr val="F6F8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50592" y="1874519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Tool → All ECUs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1801368"/>
            <a:ext cx="2926080" cy="393192"/>
          </a:xfrm>
          <a:prstGeom prst="rect">
            <a:avLst/>
          </a:prstGeom>
          <a:solidFill>
            <a:srgbClr val="F6F8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872" y="1874519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Broadcast wakeup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1801368"/>
            <a:ext cx="4160520" cy="393192"/>
          </a:xfrm>
          <a:prstGeom prst="rect">
            <a:avLst/>
          </a:prstGeom>
          <a:solidFill>
            <a:srgbClr val="F6F8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2672" y="1874519"/>
            <a:ext cx="40507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FF 02 05 00 00 00 00 FD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203704"/>
            <a:ext cx="20116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2276856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E96"/>
                </a:solidFill>
              </a:rPr>
              <a:t>0x180005FF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203704"/>
            <a:ext cx="219456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50592" y="2276856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Tool → Oil Pump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2203704"/>
            <a:ext cx="29260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90872" y="2276856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Commands &amp; 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2203704"/>
            <a:ext cx="416052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62672" y="2276856"/>
            <a:ext cx="40507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04 00 3E 80 00 20 00 BC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606040"/>
            <a:ext cx="2011680" cy="393192"/>
          </a:xfrm>
          <a:prstGeom prst="rect">
            <a:avLst/>
          </a:prstGeom>
          <a:solidFill>
            <a:srgbClr val="F6F8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" y="2679192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E96"/>
                </a:solidFill>
              </a:rPr>
              <a:t>0x1800FF05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2606040"/>
            <a:ext cx="2194560" cy="393192"/>
          </a:xfrm>
          <a:prstGeom prst="rect">
            <a:avLst/>
          </a:prstGeom>
          <a:solidFill>
            <a:srgbClr val="F6F8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50592" y="2679192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Oil Pump → Tool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2606040"/>
            <a:ext cx="2926080" cy="393192"/>
          </a:xfrm>
          <a:prstGeom prst="rect">
            <a:avLst/>
          </a:prstGeom>
          <a:solidFill>
            <a:srgbClr val="F6F8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90872" y="2679192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Echo-ACK (mirrors frame)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0" y="2606040"/>
            <a:ext cx="4160520" cy="393192"/>
          </a:xfrm>
          <a:prstGeom prst="rect">
            <a:avLst/>
          </a:prstGeom>
          <a:solidFill>
            <a:srgbClr val="F6F8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62672" y="2679192"/>
            <a:ext cx="40507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04 00 3E 80 00 20 00 BC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008376"/>
            <a:ext cx="20116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" y="3081528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7E22"/>
                </a:solidFill>
              </a:rPr>
              <a:t>0x180006FF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77440" y="3008376"/>
            <a:ext cx="219456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50592" y="308152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Tool → Air Pump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17720" y="3008376"/>
            <a:ext cx="29260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90872" y="3081528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Commands &amp; data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0" y="3008376"/>
            <a:ext cx="416052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62672" y="3081528"/>
            <a:ext cx="40507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00 00 07 00 00 00 00 07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3410712"/>
            <a:ext cx="2011680" cy="393192"/>
          </a:xfrm>
          <a:prstGeom prst="rect">
            <a:avLst/>
          </a:prstGeom>
          <a:solidFill>
            <a:srgbClr val="F6F8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3192" y="3483864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7E22"/>
                </a:solidFill>
              </a:rPr>
              <a:t>0x1800FF06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77440" y="3410712"/>
            <a:ext cx="2194560" cy="393192"/>
          </a:xfrm>
          <a:prstGeom prst="rect">
            <a:avLst/>
          </a:prstGeom>
          <a:solidFill>
            <a:srgbClr val="F6F8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50592" y="3483864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Air Pump → Tool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17720" y="3410712"/>
            <a:ext cx="2926080" cy="393192"/>
          </a:xfrm>
          <a:prstGeom prst="rect">
            <a:avLst/>
          </a:prstGeom>
          <a:solidFill>
            <a:srgbClr val="F6F8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90872" y="3483864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Echo-ACK (mirrors frame)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89520" y="3410712"/>
            <a:ext cx="4160520" cy="393192"/>
          </a:xfrm>
          <a:prstGeom prst="rect">
            <a:avLst/>
          </a:prstGeom>
          <a:solidFill>
            <a:srgbClr val="F6F8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62672" y="3483864"/>
            <a:ext cx="40507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00 00 07 00 00 00 00 07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3813048"/>
            <a:ext cx="20116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3192" y="3886200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74C3C"/>
                </a:solidFill>
              </a:rPr>
              <a:t>0x1800EEEE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377440" y="3813048"/>
            <a:ext cx="219456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450592" y="3886200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ECU → Tool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17720" y="3813048"/>
            <a:ext cx="29260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90872" y="3886200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NAK / Error response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89520" y="3813048"/>
            <a:ext cx="416052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62672" y="3886200"/>
            <a:ext cx="40507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00 3E 80 00 04 00 00 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4251960"/>
            <a:ext cx="11475720" cy="347472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" y="4279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COMPLETE FLASH SEQUENCE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4663440"/>
            <a:ext cx="15087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20040" y="4663440"/>
            <a:ext cx="1508760" cy="320040"/>
          </a:xfrm>
          <a:prstGeom prst="rect">
            <a:avLst/>
          </a:prstGeom>
          <a:solidFill>
            <a:srgbClr val="1F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93192" y="468172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D8A4"/>
                </a:solidFill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92" y="50292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3C69"/>
                </a:solidFill>
              </a:rPr>
              <a:t>Broadcast
Wakeup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93192" y="5577840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</a:rPr>
              <a:t>FF 02 05…
on 0x1800FFFF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837943" y="54864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3C69"/>
                </a:solidFill>
              </a:rPr>
              <a:t>→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75104" y="4663440"/>
            <a:ext cx="15087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975104" y="4663440"/>
            <a:ext cx="1508760" cy="320040"/>
          </a:xfrm>
          <a:prstGeom prst="rect">
            <a:avLst/>
          </a:prstGeom>
          <a:solidFill>
            <a:srgbClr val="1F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48256" y="468172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D8A4"/>
                </a:solidFill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48256" y="50292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3C69"/>
                </a:solidFill>
              </a:rPr>
              <a:t>Heartbeat
Loop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48256" y="5577840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</a:rPr>
              <a:t>00 00 07…
60× @ 100ms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93008" y="54864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3C69"/>
                </a:solidFill>
              </a:rPr>
              <a:t>→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30168" y="4663440"/>
            <a:ext cx="15087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630168" y="4663440"/>
            <a:ext cx="1508760" cy="320040"/>
          </a:xfrm>
          <a:prstGeom prst="rect">
            <a:avLst/>
          </a:prstGeom>
          <a:solidFill>
            <a:srgbClr val="1F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703320" y="468172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D8A4"/>
                </a:solidFill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03320" y="50292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3C69"/>
                </a:solidFill>
              </a:rPr>
              <a:t>Block Init
&amp; Erase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703320" y="5577840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</a:rPr>
              <a:t>04 &lt;addr&gt;
&lt;size&gt;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148072" y="54864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3C69"/>
                </a:solidFill>
              </a:rPr>
              <a:t>→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285231" y="4663440"/>
            <a:ext cx="15087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285231" y="4663440"/>
            <a:ext cx="1508760" cy="320040"/>
          </a:xfrm>
          <a:prstGeom prst="rect">
            <a:avLst/>
          </a:prstGeom>
          <a:solidFill>
            <a:srgbClr val="1F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358383" y="468172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D8A4"/>
                </a:solidFill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58383" y="50292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3C69"/>
                </a:solidFill>
              </a:rPr>
              <a:t>Data
Frames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383" y="5577840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</a:rPr>
              <a:t>01/02 toggle
6B each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03136" y="54864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3C69"/>
                </a:solidFill>
              </a:rPr>
              <a:t>→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940296" y="4663440"/>
            <a:ext cx="15087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40296" y="4663440"/>
            <a:ext cx="1508760" cy="320040"/>
          </a:xfrm>
          <a:prstGeom prst="rect">
            <a:avLst/>
          </a:prstGeom>
          <a:solidFill>
            <a:srgbClr val="1F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013448" y="468172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D8A4"/>
                </a:solidFill>
              </a:rP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013448" y="50292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3C69"/>
                </a:solidFill>
              </a:rPr>
              <a:t>End of
Block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13448" y="5577840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</a:rPr>
              <a:t>00 00 &lt;id&gt;
…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58200" y="54864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3C69"/>
                </a:solidFill>
              </a:rPr>
              <a:t>→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595360" y="4663440"/>
            <a:ext cx="15087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595360" y="4663440"/>
            <a:ext cx="1508760" cy="320040"/>
          </a:xfrm>
          <a:prstGeom prst="rect">
            <a:avLst/>
          </a:prstGeom>
          <a:solidFill>
            <a:srgbClr val="1F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668512" y="468172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D8A4"/>
                </a:solidFill>
              </a:rPr>
              <a:t>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668512" y="50292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3C69"/>
                </a:solidFill>
              </a:rPr>
              <a:t>Write
CRC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668512" y="5577840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</a:rPr>
              <a:t>04 on CRC
address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113264" y="54864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3C69"/>
                </a:solidFill>
              </a:rPr>
              <a:t>→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250424" y="4663440"/>
            <a:ext cx="15087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250424" y="4663440"/>
            <a:ext cx="1508760" cy="320040"/>
          </a:xfrm>
          <a:prstGeom prst="rect">
            <a:avLst/>
          </a:prstGeom>
          <a:solidFill>
            <a:srgbClr val="1F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323576" y="468172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D8A4"/>
                </a:solidFill>
              </a:rPr>
              <a:t>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323576" y="50292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3C69"/>
                </a:solidFill>
              </a:rPr>
              <a:t>Verify &amp;
Close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323576" y="5577840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</a:rPr>
              <a:t>01 verify
03 close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7432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3C5FD"/>
                </a:solidFill>
              </a:rPr>
              <a:t>JSW Greentech Limited  —  Controls &amp; Software Department  |  CONFIDENTIAL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875520" y="658368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</a:rPr>
              <a:t>JSW FlashXpert  V1.4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9304"/>
            <a:ext cx="12188952" cy="5568696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Discovery — VER1 Stride Anomaly &amp; OEM Block Parser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C5FD"/>
                </a:solidFill>
              </a:rPr>
              <a:t>Why Oil Pump VER1 needed a special block-splitting algorithm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53949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64008" cy="2286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508760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3C69"/>
                </a:solidFill>
              </a:rPr>
              <a:t>What Went Wrong with VER1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892808"/>
            <a:ext cx="513892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✗  Our first tool sent 5 sequential 16 KB blocks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✗  Flash appeared to complete — no errors reported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✗  ECU booted BUT firmware CRC mismatch on reboot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✗  ECU rejected firmware and stayed in bootloader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Root cause: OEM tool splits VER1 differently — 7 blocks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417320"/>
            <a:ext cx="5943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1417320"/>
            <a:ext cx="64008" cy="2286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08192" y="1508760"/>
            <a:ext cx="5687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3C69"/>
                </a:solidFill>
              </a:rPr>
              <a:t>How We Found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8192" y="1892808"/>
            <a:ext cx="568756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✦  Captured OEM tool CAN log for VER1 flash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✦  Compared 0x04 (block init) frame addresses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✦  OEM sends 7 block-init frames — we sent only 5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✦  Analysed VER1 Intel HEX file record addresses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✦  Discovered non-contiguous records at 2 locations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✦  Gap between records &gt; half the record byte 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840480"/>
            <a:ext cx="1147572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6791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STRIDE ANOMALY DETECTION ALGORITHM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251960"/>
            <a:ext cx="5577840" cy="1024128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61688"/>
            <a:ext cx="53035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ED8A4"/>
                </a:solidFill>
                <a:latin typeface="Courier New"/>
              </a:rPr>
              <a:t>for each record in HEX file:</a:t>
            </a:r>
          </a:p>
          <a:p>
            <a:r>
              <a:rPr sz="900" b="1">
                <a:solidFill>
                  <a:srgbClr val="6ED8A4"/>
                </a:solidFill>
                <a:latin typeface="Courier New"/>
              </a:rPr>
              <a:t>  if (current_addr - prev_addr) &gt; prev_byte_count / 2:</a:t>
            </a:r>
          </a:p>
          <a:p>
            <a:r>
              <a:rPr sz="900" b="1">
                <a:solidFill>
                  <a:srgbClr val="6ED8A4"/>
                </a:solidFill>
                <a:latin typeface="Courier New"/>
              </a:rPr>
              <a:t>      → STRIDE ANOMALY  →  start new block here</a:t>
            </a:r>
          </a:p>
          <a:p>
            <a:r>
              <a:rPr sz="900" b="1">
                <a:solidFill>
                  <a:srgbClr val="6ED8A4"/>
                </a:solidFill>
                <a:latin typeface="Courier New"/>
              </a:rPr>
              <a:t>  if sector changes (addr // 0x2000 differs):</a:t>
            </a:r>
          </a:p>
          <a:p>
            <a:r>
              <a:rPr sz="900" b="1">
                <a:solidFill>
                  <a:srgbClr val="6ED8A4"/>
                </a:solidFill>
                <a:latin typeface="Courier New"/>
              </a:rPr>
              <a:t>      → SECTOR BOUNDARY  →  start new block here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4251960"/>
            <a:ext cx="585216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4251960"/>
            <a:ext cx="64008" cy="10241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1" y="4343400"/>
            <a:ext cx="5596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3C69"/>
                </a:solidFill>
              </a:rPr>
              <a:t>Block ID Assignment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1" y="4727448"/>
            <a:ext cx="559612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</a:rPr>
              <a:t>block_id = (0x3F4000 − block_addr) ÷ 0x2000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</a:rPr>
              <a:t>Last block always gets block_id = 1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</a:rPr>
              <a:t>VER1 → 7 blocks:  IDs  6, 5, 5, 4, 3, 2, 1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</a:rPr>
              <a:t>VER2/3 → 5 blocks: IDs  6, 5, 4, 3, 1  (no anomaly)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376672"/>
            <a:ext cx="114757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5376672"/>
            <a:ext cx="64008" cy="1207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" y="5468112"/>
            <a:ext cx="11219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3C69"/>
                </a:solidFill>
              </a:rPr>
              <a:t>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5852160"/>
            <a:ext cx="1121968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✅  Auto-detection: parse HEX → detect anomalies → choose OEM parser OR sequential parser automatically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✅  VER1 now flashes correctly with exactly the same block structure as the OEM tool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✅  VER2 and VER3 use the simpler sequential path — no OEM parser needed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3C5FD"/>
                </a:solidFill>
              </a:rPr>
              <a:t>JSW Greentech Limited  —  Controls &amp; Software Department  |  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658368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</a:rPr>
              <a:t>JSW FlashXpert  V1.4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70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9304"/>
            <a:ext cx="12188952" cy="5568696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Addressing, Heartbeat Formula &amp; Wakeup Modes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C5FD"/>
                </a:solidFill>
              </a:rPr>
              <a:t>How the tool identifies the ECU and handles both live and cold-start scenarios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64008" cy="2331720"/>
          </a:xfrm>
          <a:prstGeom prst="rect">
            <a:avLst/>
          </a:prstGeom>
          <a:solidFill>
            <a:srgbClr val="70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508760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3C69"/>
                </a:solidFill>
              </a:rPr>
              <a:t>ECU Addressing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892808"/>
            <a:ext cx="340156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dev_id in CAN ID (low byte):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  Oil Pump  → 0x05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  Air Pump  → 0x06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Tool TX:  0x1800 00 &lt;dev_id&gt; FF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ECU  RX:  0x1800 FF &lt;dev_id&gt; 00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Broadcast: 0x1800FFFF (shared)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417320"/>
            <a:ext cx="3977639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417320"/>
            <a:ext cx="64008" cy="2331720"/>
          </a:xfrm>
          <a:prstGeom prst="rect">
            <a:avLst/>
          </a:prstGeom>
          <a:solidFill>
            <a:srgbClr val="70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1" y="1508760"/>
            <a:ext cx="3721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3C69"/>
                </a:solidFill>
              </a:rPr>
              <a:t>Heartbeat Byte 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1" y="1892808"/>
            <a:ext cx="3721607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hb_byte = (BLOCK_ID_BASE − base_addr)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          ÷ ADDR_STEP + 1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BLOCK_ID_BASE = 0x003F4000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ADDR_STEP     = 0x2000  (8 KB)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base 0x3E8000 → hb_byte = 0x07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base 0x3EA000 → hb_byte = 0x06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Auto-read from Intel HEX file 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1417320"/>
            <a:ext cx="345643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1417320"/>
            <a:ext cx="64008" cy="2331720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7072" y="15087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3C69"/>
                </a:solidFill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1892808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hb_byte tells ECU which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flash sectors to unlock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Wrong hb_byte →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ECU ignores heartbeat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→ flash never starts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OEM tool hardcoded it.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We compute it from HEX.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886200"/>
            <a:ext cx="11475720" cy="347472"/>
          </a:xfrm>
          <a:prstGeom prst="rect">
            <a:avLst/>
          </a:prstGeom>
          <a:solidFill>
            <a:srgbClr val="70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9136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TWO WAKEUP MODES — HANDLED AUTOMATICALLY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315968"/>
            <a:ext cx="55778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315968"/>
            <a:ext cx="64008" cy="2286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" y="4407407"/>
            <a:ext cx="53218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3C69"/>
                </a:solidFill>
              </a:rPr>
              <a:t>Mode A — Live Running ECU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791456"/>
            <a:ext cx="5321807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</a:rPr>
              <a:t>ECU is powered and running application firmware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</a:rPr>
              <a:t>1. Send broadcast: FF 02 &lt;ecu_addr&gt; 00…  on 0x1800FFFF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</a:rPr>
              <a:t>2. ECU ACKs with:  FF 82 &lt;ecu_addr&gt; 00…  on ecu_id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</a:rPr>
              <a:t>3. ECU reboots into bootloader (300 ms)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</a:rPr>
              <a:t>4. Start heartbeat loop — ECU responds quickly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</a:rPr>
              <a:t>5. Flash proceeds normally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4315968"/>
            <a:ext cx="55778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35040" y="4315968"/>
            <a:ext cx="64008" cy="2286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9631" y="4407407"/>
            <a:ext cx="53218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3C69"/>
                </a:solidFill>
              </a:rPr>
              <a:t>Mode B — Cold Start / Already in Bootloader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1" y="4791456"/>
            <a:ext cx="5321807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</a:rPr>
              <a:t>ECU is powered off or already in bootloader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</a:rPr>
              <a:t>1. Send broadcast (no ACK expected — ECU not running)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</a:rPr>
              <a:t>2. Start heartbeat loop — 60 attempts × 100 ms = 6 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</a:rPr>
              <a:t>3. User powers on ECU during heartbeat window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</a:rPr>
              <a:t>4. ECU boots into bootloader, sees heartbeat, responds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</a:rPr>
              <a:t>5. Flash proceeds normally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3C5FD"/>
                </a:solidFill>
              </a:rPr>
              <a:t>JSW Greentech Limited  —  Controls &amp; Software Department  | 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658368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</a:rPr>
              <a:t>JSW FlashXpert  V1.4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9304"/>
            <a:ext cx="12188952" cy="5568696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Integration into JSW FlashXpert V1.4 — Common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C5FD"/>
                </a:solidFill>
              </a:rPr>
              <a:t>Pump flashing added as a new tab in the same tool used for VCU, MCU, and all other ECUs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55778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64008" cy="2377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508760"/>
            <a:ext cx="53218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3C69"/>
                </a:solidFill>
              </a:rPr>
              <a:t>Common Tool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892808"/>
            <a:ext cx="5321807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</a:rPr>
              <a:t>JSW FlashXpert V1.4  (jsw_gui.py + flashing_logic.py)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</a:rPr>
              <a:t>  ├─ CANBusWrapper       PEAK / Vector / Kvaser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</a:rPr>
              <a:t>  ├─ FlashingLogic       VCU / MCU (UDS / ISO-TP)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</a:rPr>
              <a:t>  ├─ PumpFlashingLogic   Oil Pump + Air Pump  ← NEW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</a:rPr>
              <a:t>  │    ├─ _pump_load_hex()         HEX parser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</a:rPr>
              <a:t>  │    ├─ _pump_build_oem_blocks() VER1 stride fix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</a:rPr>
              <a:t>  │    └─ _pump_build_blocks_sequential()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</a:rPr>
              <a:t>  └─ FOTAFlashingLogic   Phase 2 VCU FOTA  ← NEW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417320"/>
            <a:ext cx="58521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1417320"/>
            <a:ext cx="64008" cy="2377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1" y="1508760"/>
            <a:ext cx="5596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3C69"/>
                </a:solidFill>
              </a:rPr>
              <a:t>What Was Eliminated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1" y="1892808"/>
            <a:ext cx="559612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</a:rPr>
              <a:t>✅  candebug.exe — no longer needed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</a:rPr>
              <a:t>✅  USBCAN hardware — no longer needed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</a:rPr>
              <a:t>✅  OEM engineer dependency — gone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</a:rPr>
              <a:t>✅  Separate workflow for pumps — gone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</a:rPr>
              <a:t>✅  Unknown error codes — now fully logged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</a:rPr>
              <a:t>✅  Manual block counting — auto-detected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</a:rPr>
              <a:t>✅  Hardcoded heartbeat byte — computed from HEX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</a:rPr>
              <a:t>✅  No traceability — full timestamped log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</a:rPr>
              <a:t>✅  Single EXE — no Python needed on target PC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977639"/>
            <a:ext cx="356616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977639"/>
            <a:ext cx="64008" cy="2606040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4069079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3C69"/>
                </a:solidFill>
              </a:rPr>
              <a:t>Hardware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4453127"/>
            <a:ext cx="331012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PEAK PCAN-USB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(already in field)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PCANBasic.dll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direct integration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No additional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hardware purchase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3977639"/>
            <a:ext cx="3749039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0" y="3977639"/>
            <a:ext cx="64008" cy="2606040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79392" y="4069079"/>
            <a:ext cx="34930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3C69"/>
                </a:solidFill>
              </a:rPr>
              <a:t>Validated On Vehicle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9392" y="4453127"/>
            <a:ext cx="3493007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✅ Oil Pump VER1 — 7 OEM blocks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✅ Oil Pump VER2 — 5 seq blocks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✅ Oil Pump VER3 — 5 seq blocks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✅ Air Pump — live ECU wakeup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✅ Bad sector ECU diagnosed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    (1798ms vs 860ms erase time)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✅ Broadcast wakeup confirmed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3977639"/>
            <a:ext cx="3749039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3977639"/>
            <a:ext cx="64008" cy="2606040"/>
          </a:xfrm>
          <a:prstGeom prst="rect">
            <a:avLst/>
          </a:prstGeom>
          <a:solidFill>
            <a:srgbClr val="1F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57031" y="4069079"/>
            <a:ext cx="34930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3C69"/>
                </a:solidFill>
              </a:rPr>
              <a:t>Key Numbers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7031" y="4453127"/>
            <a:ext cx="3493007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8 bytes  — frame size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6 bytes  — payload per frame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250 kbps — CAN bitrate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8 KB     — sector / addr step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16 KB    — max block size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0x2000   — ADDR_STEP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</a:rPr>
              <a:t>0x3F4000 — BLOCK_ID_BASE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3C5FD"/>
                </a:solidFill>
              </a:rPr>
              <a:t>JSW Greentech Limited  —  Controls &amp; Software Department  |  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658368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</a:rPr>
              <a:t>JSW FlashXpert  V1.4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889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53712"/>
            <a:ext cx="12188952" cy="2304288"/>
          </a:xfrm>
          <a:prstGeom prst="rect">
            <a:avLst/>
          </a:prstGeom>
          <a:solidFill>
            <a:srgbClr val="1F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Full Protocol Ownership.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6ED8A4"/>
                </a:solidFill>
              </a:rPr>
              <a:t>Zero OEM Dependency.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</a:rPr>
              <a:t>We reverse-engineered a proprietary CAN flash protocol from captured traffic alone,
implemented it in Python using PEAK hardware we already own, auto-detect all firmware
variants, handle live and cold-start ECUs — integrated directly into JSW FlashXpert V1.4
as a new tab alongside VCU/MCU flashing.  One tool.  All ECUs.  No OEM 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C5FD"/>
                </a:solidFill>
              </a:rPr>
              <a:t>Controls &amp; Software Department  —  R&amp;D, JSW Greentech Limited  | 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578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JSW FlashXpert  V1.4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3C5FD"/>
                </a:solidFill>
              </a:rPr>
              <a:t>JSW Greentech Limited  —  Controls &amp; Software Department  |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658368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</a:rPr>
              <a:t>JSW FlashXpert  V1.4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